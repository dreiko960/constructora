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79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6253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0259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7418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5492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673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0418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52754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3103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8822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319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18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937547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13856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43690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62068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64174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32761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5857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618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163156"/>
          </a:solidFill>
          <a:ln w="12700">
            <a:solidFill>
              <a:srgbClr val="1631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8595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PARA LA GESTIÓN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PROYECTOS Y SEGUIMIENTO DE OBRAS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Ipurre E.I.R.L. — Ayacucho, Perú —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3383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49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Modelamiento de Base de Datos  |  Escuela Superior La Pontificia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Cárdenas Enciso, Johnatan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IDENTIFICADA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Ipurre E.I.R.L. operaba con métodos tradicionales: carpetas físicas, Excel y WhatsApp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160520" cy="9144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54480"/>
            <a:ext cx="64008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93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Desorganización de proyectos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repositorio centralizado; datos dispersos en múltiples medios.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160520" cy="9144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54480"/>
            <a:ext cx="64008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093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versiones de planos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9385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frecuente de planos obsoletos, errores en ejecución y sobrecostos.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160520" cy="9144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64008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066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deficiente del avance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informales por WhatsApp; sin comparación planificado vs. real.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160520" cy="9144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651760"/>
            <a:ext cx="64008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7066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roles ni permisos definidos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035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no controlado; riesgo de datos modificados sin autorización.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4160520" cy="9144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49040"/>
            <a:ext cx="64008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039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trazabilidad de evidencias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133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Fotografías sin vinculación a actividades ni a responsables.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749040"/>
            <a:ext cx="4160520" cy="9144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749040"/>
            <a:ext cx="64008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8039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reportes automáticos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4133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manual de informes: 2-4 horas por reporte.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SOLUCIÓN PROPUESTA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E8F1FB"/>
          </a:solidFill>
          <a:ln w="12700">
            <a:solidFill>
              <a:srgbClr val="B6C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web que mejore la gestión integral de proyectos, el control de versiones de planos técnicos y el seguimiento del avance físico y financiero de las obras en Grupo Ipurre E.I.R.L.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1600200" cy="2697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21284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2344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71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centralizado de obras, clientes, fechas y presupuesto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0" y="2148840"/>
            <a:ext cx="1600200" cy="269748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221284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2880360"/>
            <a:ext cx="12344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971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versiones, historial de cambios y aprobación formal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49040" y="2148840"/>
            <a:ext cx="1600200" cy="2697480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49040" y="221284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Obra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2880360"/>
            <a:ext cx="12344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971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actividades, porcentajes y evidencias fotográficas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2148840"/>
            <a:ext cx="1600200" cy="269748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221284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0" y="2880360"/>
            <a:ext cx="12344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971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diferenciados: Administrador, Supervisor, Ingeniero, Operario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23760" y="2148840"/>
            <a:ext cx="1600200" cy="2697480"/>
          </a:xfrm>
          <a:prstGeom prst="rect">
            <a:avLst/>
          </a:prstGeom>
          <a:solidFill>
            <a:srgbClr val="97266D"/>
          </a:solidFill>
          <a:ln w="12700">
            <a:solidFill>
              <a:srgbClr val="97266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221284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06640" y="2880360"/>
            <a:ext cx="12344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29718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 informes y auditoría de acciones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BASE DE DATOS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constructora_db — implementada en MySQL Workbench — cumple las 5 Formas Normales (1FN a 5FN)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06240" cy="749808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64008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996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nombre, permisos (JSON), descripción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31720"/>
            <a:ext cx="64008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682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66090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nombre, email, password (bcrypt), rol_id, estado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4206240" cy="749808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00400"/>
            <a:ext cx="64008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369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352958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nombre, cliente, ubicación, fechas, presupuesto, avance_total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069080"/>
            <a:ext cx="64008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056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439826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proyecto_id, tipo, estado (Aprobado/Pendiente), archivo_url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206240" cy="749808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63040"/>
            <a:ext cx="64008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996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VERSIONES_PLANO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0" y="179222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plano_id, version, cambios, modificado_por, fecha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3317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331720"/>
            <a:ext cx="64008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682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266090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proyecto_id, responsable_id, avance_plan, avance_real, estado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200400"/>
            <a:ext cx="4206240" cy="749808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200400"/>
            <a:ext cx="64008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369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352958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actividad_id, archivo_url, fecha_captura, subido_por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40690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4069080"/>
            <a:ext cx="64008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1056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46320" y="439826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 de cada acción del sistema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SEGURIDAD DEL SISTEMA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754880" cy="82296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607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responsiva accesible desde PC y dispositivos móviles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1847088"/>
            <a:ext cx="365760" cy="182880"/>
          </a:xfrm>
          <a:prstGeom prst="rect">
            <a:avLst/>
          </a:prstGeom>
          <a:solidFill>
            <a:srgbClr val="8496A9"/>
          </a:solidFill>
          <a:ln w="12700">
            <a:solidFill>
              <a:srgbClr val="8496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4754880" cy="82296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0665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LÓGICA DE NEGOCIO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2257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(API REST)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56032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Validación, reglas de negocio y control de acceso por roles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31720" y="2852928"/>
            <a:ext cx="365760" cy="182880"/>
          </a:xfrm>
          <a:prstGeom prst="rect">
            <a:avLst/>
          </a:prstGeom>
          <a:solidFill>
            <a:srgbClr val="8496A9"/>
          </a:solidFill>
          <a:ln w="12700">
            <a:solidFill>
              <a:srgbClr val="8496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35808"/>
            <a:ext cx="4754880" cy="822960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0723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32841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Sequelize ORM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constructora_db con integridad referencial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0" y="1005840"/>
            <a:ext cx="3657600" cy="402336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78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SEGURIDAD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14813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JWT — Tokens con expiración de 8 horas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19110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bcrypt — Contraseñas encriptadas (12 rondas)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49240" y="23408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RBAC — Control de acceso por rol en cada endpoint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2770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Consultas parametrizadas — Protección contra SQL injection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Helmet + CSP — Protección contra XSS y clickjacking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49240" y="3630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Rate limiting — Máx. 10 intentos de login / 15 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9240" y="40599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HTTPS/TLS — Comunicación cifrada obligatoria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448970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Auditoría automática — Registro de todas las acciones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CONCLUSIONES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1417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búsqueda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651760" cy="141732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1051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15468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tiempo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elaborar reportes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51760" cy="1417320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51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3504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por uso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planos obsoletos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4206240" cy="9144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78608"/>
            <a:ext cx="64008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33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verificada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9443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cumplió los 3 objetivos específicos del proyecto satisfactoriamente.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578608"/>
            <a:ext cx="4206240" cy="9144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578608"/>
            <a:ext cx="64008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633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sólida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9443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normalizado (5FN) con tiempos de consulta &lt; 200ms.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4206240" cy="9144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57600"/>
            <a:ext cx="64008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12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 confirmada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0233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 obra actualizó avances desde móvil en menos de 2 minutos.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657600"/>
            <a:ext cx="4206240" cy="914400"/>
          </a:xfrm>
          <a:prstGeom prst="rect">
            <a:avLst/>
          </a:prstGeom>
          <a:solidFill>
            <a:srgbClr val="F0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657600"/>
            <a:ext cx="64008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12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garantizada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0233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diseñada para crecer con la empresa sin reestructuraciones.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109</TotalTime>
  <Words>644</Words>
  <Application>Microsoft Office PowerPoint</Application>
  <PresentationFormat>Presentación en pantalla (16:9)</PresentationFormat>
  <Paragraphs>98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Calibri</vt:lpstr>
      <vt:lpstr>Century Gothic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Web - Gestión de Proyectos Grupo Ipurre</dc:title>
  <dc:subject>PptxGenJS Presentation</dc:subject>
  <dc:creator>PptxGenJS</dc:creator>
  <cp:lastModifiedBy>ツdreiko ツ</cp:lastModifiedBy>
  <cp:revision>2</cp:revision>
  <dcterms:created xsi:type="dcterms:W3CDTF">2026-05-09T18:31:12Z</dcterms:created>
  <dcterms:modified xsi:type="dcterms:W3CDTF">2026-05-09T20:23:17Z</dcterms:modified>
</cp:coreProperties>
</file>